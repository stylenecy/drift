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DRIFT pitch deck</dc:title>
  <dc:subject/>
  <dc:creator>Dex Bennett</dc:creator>
  <cp:keywords/>
  <dc:description/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