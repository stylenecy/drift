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DRIFT's core (the quant engine, the cockpit and `MacroGuard.sol`) comes from the upstream DRIFT project, built for a Mantle hackathon track ("AI Trading &amp; Strategy", June 2026) and migrated to BNB Chain in `bcc-ukdw/seed-bnb` (commit `52671ce`, 29 Sep 2026). Dex Bennett's contribution in this fork: the MacroGuard transparency panel (`/dashboard/macroguard` and the public `/macroguard`), the read-only `/guard/state` API, contract reads straight from the browser over a public RPC (no engine needed), honest copy corrections, a self-owned MacroGuard deployment with an on-chain smoke test (30 Sep 2026), source verification on Sourcify, the judge-facing landing page and visual system, the PRD and the pitch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108813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F0B90B"/>
                </a:solidFill>
                <a:latin typeface="Calibri"/>
              </a:defRPr>
            </a:pPr>
            <a:r>
              <a:t>DRIFT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8813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4F5F8"/>
                </a:solidFill>
                <a:latin typeface="Calibri"/>
              </a:defRPr>
            </a:pPr>
            <a:r>
              <a:t>A trading bot whose risk rules you can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A6ABB8"/>
                </a:solidFill>
                <a:latin typeface="Calibri"/>
              </a:defRPr>
            </a:pPr>
            <a:r>
              <a:t>Off-chain quant research · on-chain risk gate on BNB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84632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F0B90B"/>
                </a:solidFill>
                <a:latin typeface="Calibri"/>
              </a:defRPr>
            </a:pPr>
            <a:r>
              <a:t>Dex contract: 0x8b09ebB85Be8Ed55Bb5132d29eABc567c42aa83D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A6ABB8"/>
                </a:solidFill>
                <a:latin typeface="Calibri"/>
              </a:defRPr>
            </a:pPr>
            <a:r>
              <a:t>BSC Testnet · Indonesia Web3 Hackathon 2026 · Dex Bennett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5F8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0">
                <a:solidFill>
                  <a:srgbClr val="F4F5F8"/>
                </a:solidFill>
                <a:latin typeface="Calibri"/>
              </a:defRPr>
            </a:pPr>
            <a:r>
              <a:t>Trading bots ask users to trust risk rules nobody can see.</a:t>
            </a:r>
            <a:br/>
            <a:r>
              <a:t>Settings change silently; off-chain decision logs can be rewritten.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9184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0B90B"/>
                </a:solidFill>
                <a:latin typeface="Calibri"/>
              </a:defRPr>
            </a:pPr>
            <a:r>
              <a:t>The promise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023360"/>
            <a:ext cx="108813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0">
                <a:solidFill>
                  <a:srgbClr val="F4F5F8"/>
                </a:solidFill>
                <a:latin typeface="Calibri"/>
              </a:defRPr>
            </a:pPr>
            <a:r>
              <a:t>Anyone can check what DRIFT's bot is allowed to do right now,</a:t>
            </a:r>
            <a:br/>
            <a:r>
              <a:t>and every recorded decision is public on BscScan.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5F8"/>
                </a:solidFill>
                <a:latin typeface="Calibri"/>
              </a:defRPr>
            </a:pPr>
            <a:r>
              <a:t>How DRIFT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4754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AEB9F4"/>
                </a:solidFill>
                <a:latin typeface="Calibri"/>
              </a:defRPr>
            </a:pPr>
            <a:r>
              <a:t>Off-chain: Python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5029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F4F5F8"/>
                </a:solidFill>
                <a:latin typeface="Calibri"/>
              </a:defRPr>
            </a:pPr>
            <a:r>
              <a:t>Four strategies · point-in-time backtests</a:t>
            </a:r>
            <a:br/>
            <a:r>
              <a:t>Local drawdown stop · Bybit testnet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2103120"/>
            <a:ext cx="7315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0">
                <a:solidFill>
                  <a:srgbClr val="A6AB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554480"/>
            <a:ext cx="5029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0B90B"/>
                </a:solidFill>
                <a:latin typeface="Calibri"/>
              </a:defRPr>
            </a:pPr>
            <a:r>
              <a:t>On-chain: MacroGuard (BSC Testnet)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377440"/>
            <a:ext cx="5029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F4F5F8"/>
                </a:solidFill>
                <a:latin typeface="Calibri"/>
              </a:defRPr>
            </a:pPr>
            <a:r>
              <a:t>allowed(signal) · regime · 20% drawdown halt</a:t>
            </a:r>
            <a:br/>
            <a:r>
              <a:t>recordDecision → public receipt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89120"/>
            <a:ext cx="108813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A6ABB8"/>
                </a:solidFill>
                <a:latin typeface="Calibri"/>
              </a:defRPr>
            </a:pPr>
            <a:r>
              <a:t>The runner checks the public contract before orders. The contract does not control Bybit directly.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5F8"/>
                </a:solidFill>
                <a:latin typeface="Calibri"/>
              </a:defRPr>
            </a:pPr>
            <a:r>
              <a:t>The MacroGuard panel — public, no login, no wallet</a:t>
            </a:r>
          </a:p>
        </p:txBody>
      </p:sp>
      <p:pic>
        <p:nvPicPr>
          <p:cNvPr id="3" name="Picture 2" descr="public-gu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6949440" cy="4343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863840" y="1188720"/>
            <a:ext cx="38404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F4F5F8"/>
                </a:solidFill>
                <a:latin typeface="Calibri"/>
              </a:defRPr>
            </a:pPr>
            <a:r>
              <a:t>Live regime and halt state</a:t>
            </a:r>
            <a:br/>
            <a:br/>
            <a:r>
              <a:t>Long / Short / Flat verdict with the reason</a:t>
            </a:r>
            <a:br/>
            <a:br/>
            <a:r>
              <a:t>Contract, agent and threshold, each linked to BscScan</a:t>
            </a:r>
            <a:br/>
            <a:br/>
            <a:r>
              <a:t>Dated trail of verified receipts</a:t>
            </a:r>
            <a:br/>
            <a:br/>
            <a:r>
              <a:t>Honest offline state when the engine or RPC is down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5F8"/>
                </a:solidFill>
                <a:latin typeface="Calibri"/>
              </a:defRPr>
            </a:pPr>
            <a:r>
              <a:t>What Dex added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4754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A6ABB8"/>
                </a:solidFill>
                <a:latin typeface="Calibri"/>
              </a:defRPr>
            </a:pPr>
            <a:r>
              <a:t>Upstream DRIFT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502920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F4F5F8"/>
                </a:solidFill>
                <a:latin typeface="Calibri"/>
              </a:defRPr>
            </a:pPr>
            <a:r>
              <a:t>Quant engine, cockpit and MacroGuard.sol</a:t>
            </a:r>
            <a:br/>
            <a:r>
              <a:t>Built for a Mantle hackathon track (June 2026)</a:t>
            </a:r>
            <a:br/>
            <a:r>
              <a:t>Migrated to BNB Chain in bcc-ukdw/seed-bnb</a:t>
            </a:r>
            <a:br/>
            <a:r>
              <a:t>(commit 52671ce, 29 Sep 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463040"/>
            <a:ext cx="52120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0B90B"/>
                </a:solidFill>
                <a:latin typeface="Calibri"/>
              </a:defRPr>
            </a:pPr>
            <a:r>
              <a:t>Dex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194560"/>
            <a:ext cx="521208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F4F5F8"/>
                </a:solidFill>
                <a:latin typeface="Calibri"/>
              </a:defRPr>
            </a:pPr>
            <a:r>
              <a:t>Own BSC Testnet deploy (receipt status 1)</a:t>
            </a:r>
            <a:br/>
            <a:r>
              <a:t>Smoke test: RiskOff / halt / resume / Neutral</a:t>
            </a:r>
            <a:br/>
            <a:r>
              <a:t>Source verified on Sourcify (exact match)</a:t>
            </a:r>
            <a:br/>
            <a:r>
              <a:t>Read-only /guard/state API</a:t>
            </a:r>
            <a:br/>
            <a:r>
              <a:t>Transparency panel + public /macroguard</a:t>
            </a:r>
            <a:br/>
            <a:r>
              <a:t>Judge-facing landing and visual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39496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AEB9F4"/>
                </a:solidFill>
                <a:latin typeface="Calibri"/>
              </a:defRPr>
            </a:pPr>
            <a:r>
              <a:t>Code: github.com/Stylenecy/seed-bnb/tree/dex/drift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5F8"/>
                </a:solidFill>
                <a:latin typeface="Calibri"/>
              </a:defRPr>
            </a:pPr>
            <a:r>
              <a:t>Evidence and current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31089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78D5AB"/>
                </a:solidFill>
                <a:latin typeface="Calibri"/>
              </a:defRPr>
            </a:pPr>
            <a:r>
              <a:t>7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F4F5F8"/>
                </a:solidFill>
                <a:latin typeface="Calibri"/>
              </a:defRPr>
            </a:pPr>
            <a:r>
              <a:t>contract tests passed (Foundry 1.5.1)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554480"/>
            <a:ext cx="5394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78D5AB"/>
                </a:solidFill>
                <a:latin typeface="Calibri"/>
              </a:defRPr>
            </a:pPr>
            <a:r>
              <a:t>DEPLOYED + SMOKE-TESTED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2377440"/>
            <a:ext cx="5394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F4F5F8"/>
                </a:solidFill>
                <a:latin typeface="Calibri"/>
              </a:defRPr>
            </a:pPr>
            <a:r>
              <a:t>Dex contract: deploy + 5 smoke txs status 1; unauthorized call reverts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8813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F4F5F8"/>
                </a:solidFill>
                <a:latin typeface="Calibri"/>
              </a:defRPr>
            </a:pPr>
            <a:r>
              <a:t>Panel reads live Dex state (read 2 Oct 2026): Neutral, not halted, 20% limit, 2 decisions.</a:t>
            </a:r>
            <a:br/>
            <a:r>
              <a:t>Deploy + smoke receipts on BscScan testnet.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2120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E5BD71"/>
                </a:solidFill>
                <a:latin typeface="Calibri"/>
              </a:defRPr>
            </a:pPr>
            <a:r>
              <a:t>Limits: contract never executes orders; RPC fail-open in runner; agent can resume(); no live bot tick or profit verified.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