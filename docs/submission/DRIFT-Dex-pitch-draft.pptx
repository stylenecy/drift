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AEB9F4"/>
                </a:solidFill>
                <a:latin typeface="Calibri"/>
              </a:defRPr>
            </a:pPr>
            <a:r>
              <a:t>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5F8"/>
                </a:solidFill>
                <a:latin typeface="Calibri"/>
              </a:defRPr>
            </a:pPr>
            <a:r>
              <a:t>Public risk state for off-chain quant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78D5AB"/>
                </a:solidFill>
                <a:latin typeface="Calibri"/>
              </a:defRPr>
            </a:pPr>
            <a:r>
              <a:t>Dex contribution: MacroGuard transparency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6ABB8"/>
                </a:solidFill>
                <a:latin typeface="Calibri"/>
              </a:defRPr>
            </a:pPr>
            <a:r>
              <a:t>BSC Testnet · Indonesia Web3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A6ABB8"/>
                </a:solidFill>
                <a:latin typeface="Calibri"/>
              </a:defRPr>
            </a:pPr>
            <a:r>
              <a:t>Dex contract: 0x8b09ebB85Be8Ed55Bb5132d29eABc567c42aa83D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5F8"/>
                </a:solidFill>
                <a:latin typeface="Calibri"/>
              </a:defRPr>
            </a:pPr>
            <a:r>
              <a:t>How DRIFT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AEB9F4"/>
                </a:solidFill>
                <a:latin typeface="Calibri"/>
              </a:defRPr>
            </a:pPr>
            <a:r>
              <a:t>Python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F5F8"/>
                </a:solidFill>
                <a:latin typeface="Calibri"/>
              </a:defRPr>
            </a:pPr>
            <a:r>
              <a:t>Four strategies · backtests</a:t>
            </a:r>
            <a:br/>
            <a:r>
              <a:t>Local drawdown stop · Bybit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103120"/>
            <a:ext cx="73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0">
                <a:solidFill>
                  <a:srgbClr val="A6AB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AEB9F4"/>
                </a:solidFill>
                <a:latin typeface="Calibri"/>
              </a:defRPr>
            </a:pPr>
            <a:r>
              <a:t>MacroGuard on BSC Testnet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7744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F5F8"/>
                </a:solidFill>
                <a:latin typeface="Calibri"/>
              </a:defRPr>
            </a:pPr>
            <a:r>
              <a:t>Regime · halt · allowed signals</a:t>
            </a:r>
            <a:br/>
            <a:r>
              <a:t>Decision records (seq 1, 2 on Dex contract)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A6ABB8"/>
                </a:solidFill>
                <a:latin typeface="Calibri"/>
              </a:defRPr>
            </a:pPr>
            <a:r>
              <a:t>The runner checks the public contract before orders. The contract does not control Bybit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5F8"/>
                </a:solidFill>
                <a:latin typeface="Calibri"/>
              </a:defRPr>
            </a:pPr>
            <a:r>
              <a:t>What Dex added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A6ABB8"/>
                </a:solidFill>
                <a:latin typeface="Calibri"/>
              </a:defRPr>
            </a:pPr>
            <a:r>
              <a:t>Upstream / team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F5F8"/>
                </a:solidFill>
                <a:latin typeface="Calibri"/>
              </a:defRPr>
            </a:pPr>
            <a:r>
              <a:t>Quant engine and dashboard</a:t>
            </a:r>
            <a:br/>
            <a:r>
              <a:t>MacroGuard Solidity contract</a:t>
            </a:r>
            <a:br/>
            <a:r>
              <a:t>BNB migration and group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8D5AB"/>
                </a:solidFill>
                <a:latin typeface="Calibri"/>
              </a:defRPr>
            </a:pPr>
            <a:r>
              <a:t>Dex work (verified on-chain)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2120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F5F8"/>
                </a:solidFill>
                <a:latin typeface="Calibri"/>
              </a:defRPr>
            </a:pPr>
            <a:r>
              <a:t>Own BSC Testnet deploy (receipt status 1)</a:t>
            </a:r>
            <a:br/>
            <a:r>
              <a:t>Full smoke test: RiskOff / halt / resume / Neutral</a:t>
            </a:r>
            <a:br/>
            <a:r>
              <a:t>Read-only /guard/state API + dashboard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EB9F4"/>
                </a:solidFill>
                <a:latin typeface="Calibri"/>
              </a:defRPr>
            </a:pPr>
            <a:r>
              <a:t>Code: github.com/Stylenecy/seed-bnb/tree/dex/drift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5F8"/>
                </a:solidFill>
                <a:latin typeface="Calibri"/>
              </a:defRPr>
            </a:pPr>
            <a:r>
              <a:t>Evidence and current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8D5AB"/>
                </a:solidFill>
                <a:latin typeface="Calibri"/>
              </a:defRPr>
            </a:pPr>
            <a:r>
              <a:t>7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F5F8"/>
                </a:solidFill>
                <a:latin typeface="Calibri"/>
              </a:defRPr>
            </a:pPr>
            <a:r>
              <a:t>contract tests passed (Foundry 1.5.1)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54480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8D5AB"/>
                </a:solidFill>
                <a:latin typeface="Calibri"/>
              </a:defRPr>
            </a:pPr>
            <a:r>
              <a:t>DEPLOYED + SMOKE-TESTED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3774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F5F8"/>
                </a:solidFill>
                <a:latin typeface="Calibri"/>
              </a:defRPr>
            </a:pPr>
            <a:r>
              <a:t>Dex contract, 5 txs status 1, unauthorized reverts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4F5F8"/>
                </a:solidFill>
                <a:latin typeface="Calibri"/>
              </a:defRPr>
            </a:pPr>
            <a:r>
              <a:t>Panel reads live Dex state: Neutral, not halted, 20% limit, 2 decisions.</a:t>
            </a:r>
            <a:br/>
            <a:r>
              <a:t>Deploy + smoke receipts on BscScan testnet.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E5BD71"/>
                </a:solidFill>
                <a:latin typeface="Calibri"/>
              </a:defRPr>
            </a:pPr>
            <a:r>
              <a:t>Limits: RPC fail-open in runner; live Bybit bot ticks and profitability not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